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MoveSignal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Hackathon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서초 · 영등포 · 중구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렌탈/마케팅 배분 의사결정 엔진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DOEON KIM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비효율적 예산 배분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481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 의존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렌탈/마케팅 예산 배분이 경험과 직감에 의존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65176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578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정량화 실패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2944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3개 구(서초·영등포·중구)의 수요 차이를 정량화하지 못함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74904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</a:rPr>
              <a:t>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3675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부재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041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데이터 기반 의사결정 시스템 부재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MoveSignal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29260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645920"/>
            <a:ext cx="914400" cy="91440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 + Richgo + AJD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Marketplace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통합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560320" cy="29260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45920"/>
            <a:ext cx="914400" cy="91440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ML FORECAST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수요 예측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시계열 분석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560320" cy="29260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1645920"/>
            <a:ext cx="914400" cy="914400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mistral-large2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AI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SPH: 유동인구/카드소비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Richgo: 시세/인구이동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AJD: 통신가입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5544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28016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20116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STG 통합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3구 x 60개월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2021~2025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5544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280160"/>
            <a:ext cx="155448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20116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수요 예측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시계열 모델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15544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280160"/>
            <a:ext cx="1554480" cy="54864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20116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mistral-large2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Q&amp;A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6E7A"/>
                </a:solidFill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23760" y="1280160"/>
            <a:ext cx="15544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28016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201168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대시보드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배분 추천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Snowflake Native — Zero External Dependencies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Mart: 5개 STG -&gt; 통합 테이블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</a:rPr>
                        <a:t>테이블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</a:rPr>
                        <a:t>내용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</a:rPr>
                        <a:t>소스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STG_POP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유동인구 (거주/직장/방문)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SPH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STG_CARD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카드소비 8개 카테고리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SPH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STG_ASSET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자산 데이터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SPH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STG_PRICE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부동산 매매/전세 시세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Richgo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STG_MOVE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인구이동 (전입/전출/순이동)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Richgo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FEATURE_MART_FINAL:  3구 x 60개월  (2021.01 ~ 2025.12)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Forecast: 다음 분기 수요 예측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560320" cy="256032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서초구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주거 + 오피스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256032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03A9F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영등포구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3A9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여의도 금융 + 영등포 상권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2560320" cy="256032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명동/을지로 상업 중심지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* 카드 소비 총액 기반 — 중구(명동)의 실제 소비 규모가 서초/영등포의 4~5배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App: 배분 추천 대시보드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Allocation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20240"/>
            <a:ext cx="2011680" cy="914400"/>
          </a:xfrm>
          <a:prstGeom prst="rect">
            <a:avLst/>
          </a:prstGeom>
          <a:solidFill>
            <a:srgbClr val="1A2D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서초구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16%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011680" cy="914400"/>
          </a:xfrm>
          <a:prstGeom prst="rect">
            <a:avLst/>
          </a:prstGeom>
          <a:solidFill>
            <a:srgbClr val="1A2D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영등포구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17%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760720" y="1920240"/>
            <a:ext cx="2011680" cy="914400"/>
          </a:xfrm>
          <a:prstGeom prst="rect">
            <a:avLst/>
          </a:prstGeom>
          <a:solidFill>
            <a:srgbClr val="1A2D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중구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Actual vs Forecast 시계열 차트 (2021 ~ 2026)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96F3"/>
                </a:solidFill>
              </a:rPr>
              <a:t>---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서초구    </a:t>
            </a:r>
            <a:pPr indent="0" marL="0">
              <a:buNone/>
            </a:pPr>
            <a:r>
              <a:rPr lang="en-US" sz="1100" dirty="0">
                <a:solidFill>
                  <a:srgbClr val="03A9F4"/>
                </a:solidFill>
              </a:rPr>
              <a:t>---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영등포구    </a:t>
            </a:r>
            <a:pPr indent="0" marL="0">
              <a:buNone/>
            </a:pPr>
            <a:r>
              <a:rPr lang="en-US" sz="1100" dirty="0">
                <a:solidFill>
                  <a:srgbClr val="FF5252"/>
                </a:solidFill>
              </a:rPr>
              <a:t>--- </a:t>
            </a:r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중구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3840480"/>
            <a:ext cx="6858000" cy="2743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app.snowflake.com/.../MOVESIGNAL_APP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분석 &amp; AI 에이전트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Analysis Tab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 선택 -&gt; Population / Card Sales / Net Migration KPI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유동인구 추이 Area Chart (거주/직장/방문)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카테고리별 Line Chart (외식/카페/의류/문화...)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 대비 시세 비율 분석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D00"/>
                </a:solidFill>
              </a:rPr>
              <a:t>AI Agent Tab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mistral-large2 한국어 Q&amp;A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"다음 달 서초구 수요 전망은?"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"영등포구에 예산을 늘려야 할까?"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시간: ~6초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중구가 67%인가?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3657600" y="1188720"/>
            <a:ext cx="4937760" cy="82296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261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최대 상업 밀집 지역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명동 / 을지로 / 충무로 — 외국인 관광 + 국내 소비 집중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4937760" cy="82296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소비 절대 규모 4~5배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서초/영등포 대비 실제 거래금액이 압도적으로 높음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3200400"/>
            <a:ext cx="4937760" cy="82296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합리적 결과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시뮬레이션으로 배분 비율 자유롭게 조절 가능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FF"/>
                </a:solidFill>
              </a:rPr>
              <a:t>AI에게 물어보세요: "영등포구에 예산을 늘려야 할까?"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 &amp; ROI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457200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</a:rPr>
                        <a:t>월 비용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Compute WH (X-Small)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~$40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Cortex LLM (mistral-large2)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~$30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Streamlit Hosting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~$10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</a:rPr>
                        <a:t>~$80/월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88720"/>
            <a:ext cx="2926080" cy="2743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</a:rPr>
              <a:t>ROI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0" y="1828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5669280" y="2926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수작업 분석 대비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</a:rPr>
              <a:t>시간 절감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계획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3657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377440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188720"/>
            <a:ext cx="1737360" cy="10972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234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3구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서초/영등포/중구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365760" cy="3657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188720"/>
            <a:ext cx="1737360" cy="10972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234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전체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구 확대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377440"/>
            <a:ext cx="365760" cy="3657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188720"/>
            <a:ext cx="1737360" cy="10972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34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D00"/>
                </a:solidFill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상권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377440"/>
            <a:ext cx="365760" cy="365760"/>
          </a:xfrm>
          <a:prstGeom prst="ellipse">
            <a:avLst/>
          </a:prstGeom>
          <a:solidFill>
            <a:srgbClr val="FF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188720"/>
            <a:ext cx="1737360" cy="109728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0" y="1234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</a:rPr>
              <a:t>Phase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9260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스트리밍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Snowpipe 자동화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Two Impacts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PRIVATE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렌탈/마케팅 예산 최적 배분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매장 출점 우선순위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배치 및 물류 최적화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시뮬레이션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6576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</a:rPr>
              <a:t>PUBLIC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구청 상권 활성화 예산 배분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소상공인 지원금 우선순위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 인프라 배치 근거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점검 / 홍보 자원 배분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16233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FF"/>
                </a:solidFill>
              </a:rPr>
              <a:t>Same Feature Mart, Same ML Model, Same Cortex AI — Different Decision Context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기술 스택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ML FORECAST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Cortex (mistral-large2)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in Snowflake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Marketplace (SPH + Richgo + AJD)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Stored Procedures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731520"/>
            <a:ext cx="27432" cy="365760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097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164592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EC5"/>
                </a:solidFill>
              </a:rPr>
              <a:t>DOEON KIM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</a:rPr>
              <a:t>GitHub: KIM3310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MoveSignal AI — Snowflake Hackathon 2026</dc:title>
  <dc:subject>PptxGenJS Presentation</dc:subject>
  <dc:creator>DOEON KIM</dc:creator>
  <cp:lastModifiedBy>DOEON KIM</cp:lastModifiedBy>
  <cp:revision>1</cp:revision>
  <dcterms:created xsi:type="dcterms:W3CDTF">2026-04-05T15:04:25Z</dcterms:created>
  <dcterms:modified xsi:type="dcterms:W3CDTF">2026-04-05T15:04:25Z</dcterms:modified>
</cp:coreProperties>
</file>